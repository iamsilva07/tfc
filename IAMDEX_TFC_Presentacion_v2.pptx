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9937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2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-7bHSWkYJjvCb_VE-wpCLnokIOTiqjh3/view?usp=drive_link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371600"/>
            <a:ext cx="1280160" cy="1280160"/>
          </a:xfrm>
          <a:prstGeom prst="ellipse">
            <a:avLst/>
          </a:prstGeom>
          <a:solidFill>
            <a:srgbClr val="7C3AED"/>
          </a:solidFill>
          <a:ln w="381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664208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926080" y="1234440"/>
            <a:ext cx="5852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IAMDEX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926080" y="224028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documentos con Inteligencia Artificial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2834640"/>
            <a:ext cx="5303520" cy="365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944368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 ·  FastAPI  ·  ChromaDB  ·  Groq / Llama 3.3  ·  Railway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26080" y="35204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Silva Vázquez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26080" y="391363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2.º DAM  ·  CIFP A Carballeira Marcos-Valcárcel  ·  2025–2026</a:t>
            </a:r>
            <a:endParaRPr lang="en-US" sz="1100" dirty="0"/>
          </a:p>
        </p:txBody>
      </p:sp>
      <p:pic>
        <p:nvPicPr>
          <p:cNvPr id="14" name="Imagen 13"/>
          <p:cNvPicPr preferRelativeResize="0"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4" t="14557" r="16027" b="13013"/>
          <a:stretch/>
        </p:blipFill>
        <p:spPr>
          <a:xfrm>
            <a:off x="1108800" y="1371600"/>
            <a:ext cx="1620000" cy="162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 resuelve IAMDEX?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está ahí — el problema es encontrarla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234440"/>
            <a:ext cx="402336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23444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estaba ese dato?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260604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86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dispersos en carpetas, correos y drives sin organizar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194560"/>
            <a:ext cx="260604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286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301752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encontrar un dato concreto hay que leer el documento entero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194560"/>
            <a:ext cx="260604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286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🤷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17920" y="301752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imposible comparar información entre varios archivos a la vez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 — El Pipeline RAG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responde usando TUS documentos como fuente, no su conocimiento general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SUBES UN DOCUMENTO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6002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TXT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92808" y="171907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3AED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42032" y="16002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2542032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30552" y="22860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84832" y="25786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lee el texto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11880" y="171907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3AED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61104" y="16002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261104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9624" y="22860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Fragmentación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03904" y="25786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Trozos de 500 palabras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30952" y="171907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3AED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80176" y="16002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5980176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68696" y="22860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22976" y="25786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trozo → vector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050024" y="171907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3AED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699248" y="16002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7699248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87768" y="22860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242048" y="25786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almacena persistente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3063240"/>
            <a:ext cx="841248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HACES UNA PREGUNTA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" y="3520440"/>
            <a:ext cx="594360" cy="5943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3520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11480" y="42062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65760" y="449884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natural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892808" y="363931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59669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542032" y="3520440"/>
            <a:ext cx="594360" cy="5943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9" name="Text 37"/>
          <p:cNvSpPr/>
          <p:nvPr/>
        </p:nvSpPr>
        <p:spPr>
          <a:xfrm>
            <a:off x="2542032" y="3520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130552" y="42062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084832" y="449884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→ embedding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611880" y="363931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59669"/>
                </a:solidFill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261104" y="3520440"/>
            <a:ext cx="594360" cy="5943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4261104" y="3520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849624" y="42062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803904" y="449884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8 fragmentos similares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330952" y="363931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59669"/>
                </a:solidFill>
              </a:rPr>
              <a:t>→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980176" y="3520440"/>
            <a:ext cx="594360" cy="5943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9" name="Text 47"/>
          <p:cNvSpPr/>
          <p:nvPr/>
        </p:nvSpPr>
        <p:spPr>
          <a:xfrm>
            <a:off x="5980176" y="3520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568696" y="42062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522976" y="449884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Fragmentos + pregunta → IA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050024" y="363931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59669"/>
                </a:solidFill>
              </a:rPr>
              <a:t>→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7699248" y="3520440"/>
            <a:ext cx="594360" cy="5943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4" name="Text 52"/>
          <p:cNvSpPr/>
          <p:nvPr/>
        </p:nvSpPr>
        <p:spPr>
          <a:xfrm>
            <a:off x="7699248" y="3520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287768" y="42062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242048" y="449884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fuente citada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utilizadas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moderno aprendido desde cero durante el proyecto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269748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2697480" cy="384048"/>
          </a:xfrm>
          <a:prstGeom prst="rect">
            <a:avLst/>
          </a:prstGeom>
          <a:solidFill>
            <a:srgbClr val="027DFD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3075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/ Dart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6916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7D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Android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98424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pantallas · modo oscuro · orientación bloqueada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69748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234440"/>
            <a:ext cx="2697480" cy="384048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3075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Python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6916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REST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37560" y="198424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endpoints · JWT · bcrypt · SQLAlchemy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1234440"/>
            <a:ext cx="269748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234440"/>
            <a:ext cx="2697480" cy="384048"/>
          </a:xfrm>
          <a:prstGeom prst="rect">
            <a:avLst/>
          </a:prstGeom>
          <a:solidFill>
            <a:srgbClr val="E4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3075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16916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4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63640" y="198424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tablas: users, documents, chat_messages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063240"/>
            <a:ext cx="269748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063240"/>
            <a:ext cx="269748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1363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5204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vectorial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381304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· búsqueda semántica · volumen persistente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3063240"/>
            <a:ext cx="269748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3063240"/>
            <a:ext cx="269748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31363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Llama 3.3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37560" y="35204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lenguaje IA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37560" y="381304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gratuita · baja latencia · RAG pipeline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3063240"/>
            <a:ext cx="269748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3063240"/>
            <a:ext cx="269748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31363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63640" y="35204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nube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63640" y="381304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desde GitHub · MySQL + volumen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en funcionamiento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3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rincipales</a:t>
            </a:r>
            <a:r>
              <a:rPr lang="en-US" sz="13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usuario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196596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9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88720"/>
            <a:ext cx="196596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" y="12527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Primer acceso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" y="1737360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1737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8952" y="171907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(3 pantallas)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" y="2423160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" y="2423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58952" y="240487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 email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" y="3108960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" y="31089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58952" y="309067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persistente automática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68880" y="1188720"/>
            <a:ext cx="196596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9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8880" y="1188720"/>
            <a:ext cx="196596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2542032" y="12527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Gestión de documentos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78608" y="1737360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3" name="Text 21"/>
          <p:cNvSpPr/>
          <p:nvPr/>
        </p:nvSpPr>
        <p:spPr>
          <a:xfrm>
            <a:off x="2578608" y="1737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07792" y="171907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PDF / DOCX / TXT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78608" y="2423160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6" name="Text 24"/>
          <p:cNvSpPr/>
          <p:nvPr/>
        </p:nvSpPr>
        <p:spPr>
          <a:xfrm>
            <a:off x="2578608" y="2423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907792" y="240487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Renombrar y ordenar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78608" y="3108960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9" name="Text 27"/>
          <p:cNvSpPr/>
          <p:nvPr/>
        </p:nvSpPr>
        <p:spPr>
          <a:xfrm>
            <a:off x="2578608" y="31089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07792" y="309067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por nombre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17720" y="1188720"/>
            <a:ext cx="196596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9F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1188720"/>
            <a:ext cx="196596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4690872" y="12527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Chat con la IA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27448" y="1737360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35" name="Text 33"/>
          <p:cNvSpPr/>
          <p:nvPr/>
        </p:nvSpPr>
        <p:spPr>
          <a:xfrm>
            <a:off x="4727448" y="1737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56632" y="171907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en lenguaje natural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27448" y="2423160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38" name="Text 36"/>
          <p:cNvSpPr/>
          <p:nvPr/>
        </p:nvSpPr>
        <p:spPr>
          <a:xfrm>
            <a:off x="4727448" y="2423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56632" y="240487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con fuente citada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27448" y="3108960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41" name="Text 39"/>
          <p:cNvSpPr/>
          <p:nvPr/>
        </p:nvSpPr>
        <p:spPr>
          <a:xfrm>
            <a:off x="4727448" y="31089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56632" y="309067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indicator animado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766560" y="1188720"/>
            <a:ext cx="196596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9F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0" y="1188720"/>
            <a:ext cx="196596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6839712" y="12527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Chat general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76288" y="1737360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47" name="Text 45"/>
          <p:cNvSpPr/>
          <p:nvPr/>
        </p:nvSpPr>
        <p:spPr>
          <a:xfrm>
            <a:off x="6876288" y="1737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205472" y="171907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sobre todos los docs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876288" y="2423160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50" name="Text 48"/>
          <p:cNvSpPr/>
          <p:nvPr/>
        </p:nvSpPr>
        <p:spPr>
          <a:xfrm>
            <a:off x="6876288" y="2423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205472" y="240487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agrupado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876288" y="3108960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53" name="Text 51"/>
          <p:cNvSpPr/>
          <p:nvPr/>
        </p:nvSpPr>
        <p:spPr>
          <a:xfrm>
            <a:off x="6876288" y="31089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205472" y="309067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respuestas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difícil — Retos técnicos superados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reales encontrados y cómo se resolvieron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1605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457200" cy="1691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828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34416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58191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incompatible con Python 3.14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20391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225856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Fijar la versión bcrypt==4.0.1 en requirements.txt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41605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108960"/>
            <a:ext cx="457200" cy="1691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703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2186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345643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cerraba conexiones inactivas en Railway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39136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413308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pool_pre_ping=True + pool_recycle=280 en SQLAlchemy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1234440"/>
            <a:ext cx="41605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234440"/>
            <a:ext cx="457200" cy="1691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828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134416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49240" y="158191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generaba fragmentos duplicados al reindexar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49240" y="20391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49240" y="225856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vectores del doc antes de cada nueva indexación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3108960"/>
            <a:ext cx="41605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108960"/>
            <a:ext cx="457200" cy="1691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703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49240" y="32186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49240" y="345643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Sincronía MySQL y ChromaDB al renombrar/borrar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349240" y="39136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49240" y="413308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atómicas: primero ChromaDB, luego MySQL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aprendizajes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69080" cy="1691640"/>
          </a:xfrm>
          <a:prstGeom prst="rect">
            <a:avLst/>
          </a:prstGeom>
          <a:solidFill>
            <a:srgbClr val="4C1D9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Diseño de APIs REST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SQLAlchemy + JWT — construir un backend real desde cero es el aprendizaje más sólido del proyecto.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69080" cy="1691640"/>
          </a:xfrm>
          <a:prstGeom prst="rect">
            <a:avLst/>
          </a:prstGeom>
          <a:solidFill>
            <a:srgbClr val="4C1D9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20700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RAG desde cero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600200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Groq + embeddings — los conceptos del ciclo de IA y Big Data aplicados en producción.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4069080" cy="1691640"/>
          </a:xfrm>
          <a:prstGeom prst="rect">
            <a:avLst/>
          </a:prstGeom>
          <a:solidFill>
            <a:srgbClr val="4C1D9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8152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Nuevo lenguaje en producción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474720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y Dart aprendidos durante el desarrollo. La base en Java y Kotlin aceleró la curva.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2971800"/>
            <a:ext cx="4069080" cy="1691640"/>
          </a:xfrm>
          <a:prstGeom prst="rect">
            <a:avLst/>
          </a:prstGeom>
          <a:solidFill>
            <a:srgbClr val="4C1D9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08152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Despliegue real en la nube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474720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en producción 24/7 — la app funciona sin depender de ningún ordenador local.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→  Versión web  ·  iOS  ·  Multiidioma  ·  Tests automáticos  ·  Exportar PDF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2929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2600" dirty="0"/>
          </a:p>
        </p:txBody>
      </p:sp>
      <p:pic>
        <p:nvPicPr>
          <p:cNvPr id="19" name="Imagen 18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0" y="38100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27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IAMDEX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42519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Silva Vázquez  ·  2.º DAM  ·  CIFP A Carballeira Marcos-Valcárcel  ·  2025–2026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1300" dirty="0"/>
          </a:p>
        </p:txBody>
      </p:sp>
      <p:pic>
        <p:nvPicPr>
          <p:cNvPr id="9" name="Imagen 8"/>
          <p:cNvPicPr preferRelativeResize="0"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4" t="14557" r="16027" b="13013"/>
          <a:stretch/>
        </p:blipFill>
        <p:spPr>
          <a:xfrm>
            <a:off x="3567600" y="547200"/>
            <a:ext cx="1980000" cy="198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571</Words>
  <Application>Microsoft Office PowerPoint</Application>
  <PresentationFormat>Presentación en pantalla (16:9)</PresentationFormat>
  <Paragraphs>153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IAMDEX - TFC 2025/2026</dc:title>
  <dc:subject>PptxGenJS Presentation</dc:subject>
  <dc:creator>Iam Silva Vázquez</dc:creator>
  <cp:lastModifiedBy>Jennifer Teixeira Paz</cp:lastModifiedBy>
  <cp:revision>6</cp:revision>
  <dcterms:created xsi:type="dcterms:W3CDTF">2026-05-26T19:59:32Z</dcterms:created>
  <dcterms:modified xsi:type="dcterms:W3CDTF">2026-05-29T08:51:37Z</dcterms:modified>
</cp:coreProperties>
</file>